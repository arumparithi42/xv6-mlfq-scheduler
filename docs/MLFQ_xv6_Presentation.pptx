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The project replaces the round-robin scheduler of MIT xv6-riscv with a three-level Multilevel Feedback Queue (MLFQ) and evaluates it with controlled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 xv6 runs every RUNNABLE process in turn and preempts on every tick. It cannot tell interactive work from long computation, so short and I/O-bound jobs wait behind CPU-bound ones. The goal: favour short and I/O-bound work without starving long jobs, and measure the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queues: Q0 has the highest priority. A new process starts in Q0 and is assumed to be interactive. If it keeps using its whole quantum it is demoted. Quanta are 4, 8 and 16 ticks, i.e. 40, 80 and 160 ms with our 10 ms tick. Aging promotes a process that has not run for 50 ticks.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policy in one table. Quanta 4/8/16 ticks, i.e. 40/80/160 ms. Aging threshold 50 ticks = 500 ms. The quantum counts CPU time only and is not reset by sleeping, which prevents gaming. In our implementation aging counts time since the process last ran, so a process that slept for a long time can also move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CPU-bound jobs sink to Q2, where the 160 ms quantum gives them few context switches. I/O-bound jobs never use a full quantum, so they stay in Q0 and preempt lower levels when they wake up. A job starved in a low queue is promoted by 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key functions. sched_select replaces the choice in the scheduler loop; sched_tick decides on each timer tick whether the running process must yield; age implements starvation prevention; proc_setstate is the single place where state changes are timestamped. Queues are implicit: the smallest (priority, qseq) is the head of the highest non-empty FIFO queue. New system calls: getprocstat, waitstat, schedinfo, schedtrace.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state change reads the RISC-V time counter (10 MHz on QEMU virt) and charges the elapsed time to the state being left. So CPU + wait + sleep adds up exactly to turnaround. The same accounting code is used in the round-robin baseline, which makes the comparison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experiments run on one emulated RISC-V CPU under QEMU with the deterministic clock (make qemu ICOUNT=1), so results are reproducible; 3 repetitions differed by at most 31 microseconds. Workloads are defined by the CPU time they need, measured by the kernel.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1 shows exact demotion times: 39.2 ms and 80.1 ms, the configured 40 and 80 ms within half a tick. With three equal CPU-bound jobs they take turns in FIFO order with the quantum of their level. Round robin switches every tick (123 dispatches); MLFQ needs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timeline from the kernel's event trace. MLFQ runs the jobs in FIFO order with long slices; round robin interleaves them every tick. Round robin is fairer at a fine time scale, MLFQ has fewer switches and lower mean turnaround for these equal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I/O job wakes 100 times. Under MLFQ it preempts the running CPU-bound job at the same tick: median 0.05 ms, which is the emulated cost of the interrupt and context switch. Under RR it waits one or two other jobs' ticks: 10 to 20 ms. The few long MLFQ delays (max 21.67 ms) happen at start-up, while a long job was still in Q0 and so could not be preempted by the I/O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aging the long job gets no CPU at all for 1.9 s, until the stream stops. With the default threshold of 50 ticks (500 ms) it is promoted twice; its longest wait is 701.1 ms, the threshold plus the time waiting in Q1 behind stream jobs. Aging bounds waiting, not turnaround: under RR the long job finishes at 854.3 ms because everyone shares equally.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comparison of the measured behaviour. MLFQ wins for short and I/O-bound work and needs fewer switches; round robin gives every job an equal share at a fine time scale, which is better for a long job competing with many short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jobs: 3.6 times faster turnaround (Exp. 3). I/O-bound job: about 2 times faster turnaround and 0.05 ms median wakeup latency. CPU-bound jobs change by about 1 percent. Aging: two promotions bound the long job's wait to 701.1 ms instead of 1931.9 ms. Context switches: 12 vs 123 for three CPU-bound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implementation keeps xv6's structure and locking, passes the upstream usertests on 1 and 3 CPUs plus our 13 scheduler tests, and the experiments quantify the benefits and the cost. Future work items are those listed in the project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Priority CPU Scheduling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MLFQ in xv6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589520" y="32461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 · 4 ticks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374904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8 ticks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784080" y="4251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C9DCF6"/>
          </a:solidFill>
          <a:ln w="12700">
            <a:solidFill>
              <a:srgbClr val="C9D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0" y="4251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16 ticks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2461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   [Name 2]   [Name 3]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7490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[Reg. No. 1]  [Reg. No. 2]  [Reg. No. 3]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51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College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42519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[Department], [College]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54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7548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MIT xv6-riscv  ·  github.com/Arumparithi42/xv6-mlfq-scheduler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xv6 scheduler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9377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over the process table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process gives up the CPU on every timer tick (1-tick quantum)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notion of priority: every process is treated the same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4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965960"/>
            <a:ext cx="49377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job arriving under load shares the CPU equally and takes several times longer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I/O-bound process waits behind every CPU-bound process after each wakeup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every tick even when nothing more urgent is waiting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priority scheme must still prevent starvation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120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three-level MLFQ in xv6 with dynamic priorities, preemption and aging, and measure it against the original round robin with identical instrumentation.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MLFQ?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Feedback Queue: priority is learned from how a process uses the CPU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54480" y="1600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4E8F0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103120"/>
            <a:ext cx="914" cy="292608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4231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04281"/>
          </a:solidFill>
          <a:ln w="12700">
            <a:solidFill>
              <a:srgbClr val="1042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23160"/>
            <a:ext cx="42062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 — Highest priority — 4 ticks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3081528"/>
            <a:ext cx="914" cy="51206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06324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full quantum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611880"/>
            <a:ext cx="42062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Medium priority — 8 ticks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0" y="4270248"/>
            <a:ext cx="914" cy="51206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0632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full quantum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8006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00600"/>
            <a:ext cx="42062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Lowest priority — 16 ticks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V="1">
            <a:off x="5440680" y="2743200"/>
            <a:ext cx="914" cy="2377440"/>
          </a:xfrm>
          <a:prstGeom prst="line">
            <a:avLst/>
          </a:prstGeom>
          <a:noFill/>
          <a:ln w="3175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57784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ticks without running)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86600" y="17373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processes start in Q0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086600" y="26060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866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Higher-priority queues are selected first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086600" y="347472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866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3429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Same-priority processes share the CPU (FIFO, round-robin-like)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086600" y="434340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866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4297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that uses its whole quantum moves down one level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086600" y="521208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866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5166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moves long-waiting processes upward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MLFQ Scheduling Policy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implemented in kernel/sched.c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in Q0 (tail of the queue)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expires in Q0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 → Q1, fresh quantum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expires in 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→ Q2, fresh quantum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expires in Q2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Remains in Q2 with a fresh quantum (tail of Q2)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 for 50 ticks (waiting)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 one level through 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Higher-priority process RUNNABLE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Preemption at the next tick (keeps its place and remaining quantum)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order: round-robin-like sharing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= CPU time used at a level; it is not reset by sleeping, so a process cannot keep Q0 by sleeping just before its quantum ends.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1463040"/>
            <a:ext cx="3154680" cy="4572000"/>
          </a:xfrm>
          <a:prstGeom prst="roundRect">
            <a:avLst>
              <a:gd name="adj" fmla="val 23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ticks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 quantum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ticks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quantum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ticks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quantum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ticks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690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threshold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ms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5559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of Different Types of Processes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CPU-bound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18013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104281"/>
          </a:solidFill>
          <a:ln w="12700">
            <a:solidFill>
              <a:srgbClr val="1042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8013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39896" y="2084832"/>
            <a:ext cx="338328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0" y="18013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18013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11496" y="2084832"/>
            <a:ext cx="338328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0" y="18013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8013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1508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consumes its quantum → demoted one level each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01752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I/O-bound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0" y="34015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34015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39896" y="3685032"/>
            <a:ext cx="338328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14800" y="34015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B8C2D6"/>
          </a:solidFill>
          <a:ln w="12700">
            <a:solidFill>
              <a:srgbClr val="B8C2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34015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11496" y="3685032"/>
            <a:ext cx="338328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0" y="34015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DDE6F7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0" y="34015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83096" y="3685032"/>
            <a:ext cx="338328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0" y="34015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34015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3108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before its quantum ends → stays at high priority (Q0) and preempts lower levels when it wakes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61772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Long-waiting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743200" y="50017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0" y="50017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739896" y="5285232"/>
            <a:ext cx="338328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14800" y="50017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0" y="50017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111496" y="5285232"/>
            <a:ext cx="338328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86400" y="500176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104281"/>
          </a:solidFill>
          <a:ln w="12700">
            <a:solidFill>
              <a:srgbClr val="10428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0" y="5001768"/>
            <a:ext cx="960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7091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 for 50 ticks → promoted one level (aging), again after another 50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 a new file kernel/sched.c; hooks in proc.c and trap.c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sched_select()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RUNNABLE process with the highest priority, oldest first in its queue (FIFO); applies aging during the scan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sched_tick()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7568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 every timer interrupt: charges CPU time, demotes when the quantum expires, preempts if a higher level is waiting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age()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873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 process up one level for every 50 ticks since it last ran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43400" y="35204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proc_setstate()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0873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goes through it: accounts CPU / wait / sleep time exactly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21040" y="1508760"/>
            <a:ext cx="3337560" cy="1828800"/>
          </a:xfrm>
          <a:prstGeom prst="rect">
            <a:avLst/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5544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kernel/param.h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Q0_QUANTUM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Q1_QUANTUM 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Q2_QUANTUM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B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AGING_THRESHOLD 50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566160"/>
            <a:ext cx="33375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without lists: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level p-&gt;priority + position p-&gt;qseq in the process table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process lock at a time, as in original xv6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 SCHED=RR builds the original round robin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Statistics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the RISC-V time counter at every state change; reported in microseconds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0690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time (ctime)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becomes RUNNABLE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run (first_run)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dispatch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(etime)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exit()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RUNNING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RUNNABLE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sleeping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SLEEPING (blocked)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first_run − ctime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etime − ctime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63040"/>
          <a:ext cx="4069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40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wait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single RUNNABLE 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time per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time in Q0, Q1, Q2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given the CPU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expirations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 full quantum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higher level became RUNNABLE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blocked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down (quantum expiry)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up (aging)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098280" y="1463040"/>
            <a:ext cx="2560320" cy="3456432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281160" y="1554480"/>
            <a:ext cx="2240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= first_run − ctime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= etime − ctime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= cpu_time + wait_time + sleep_time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cpu_time = level_time[0] + level_time[1] + level_time[2]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0749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identities hold exactly: every moment is charged to one state (checked by schedtest). Same code for MLFQ and the RR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xv6-riscv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97480" y="14173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8.2.2 (virt)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94560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21945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2194560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CPU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ICOUNT=1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9718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97480" y="2971800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 = 10 ms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86200"/>
            <a:ext cx="4160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ICOUNT=1: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QEMU's deterministic instruction-count clock, so runs are reproducible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repetitions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experiment; they differed by at most 31 µs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tree,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instrumentation for MLFQ and RR (make SCHED=RR)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6629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617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/ command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schedtest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functional tests (fork/exit/wait/kill, demotion, aging, preemption…)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cpubench [ms]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CPU-bound workload (runs forever without an argument)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iobench [n] [us]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I/O-bound workload: short CPU burst, then block for one tick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schedtime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 command (or -n copies) and prints its scheduling statistics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mlfqexp &lt;exp&gt;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experiments: single, multi, mixed, aging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Ctrl-P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list with queue level, CPU/wait time, demotions, promotions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Demotion and Same-Level Scheduling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— one CPU-bound job (500 ms of CPU)</a:t>
            </a:r>
            <a:endParaRPr lang="en-US" sz="1500" dirty="0"/>
          </a:p>
        </p:txBody>
      </p:sp>
      <p:pic>
        <p:nvPicPr>
          <p:cNvPr id="6" name="Image 0" descr="/home/user/xv6-mlfq-scheduler/docs/figures/exp1_single_lev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760720" cy="21149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840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 → Q1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39.2 ms of CPU; Q1 → Q2 after a further 80.1 ms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 on the CPU: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dispatches under MLFQ vs 51 under RR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846320"/>
            <a:ext cx="5760720" cy="1234440"/>
          </a:xfrm>
          <a:prstGeom prst="rect">
            <a:avLst/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892040"/>
            <a:ext cx="5532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Ctrl-P while cpubench runs (fields abridged):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cpubench Q1 qused=17 cpu=52  disp=2 demote=1 promote=0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cpubench Q2 qused=71 cpu=349 disp=4 demote=2 promote=0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5120" y="1188720"/>
            <a:ext cx="4983480" cy="4892040"/>
          </a:xfrm>
          <a:prstGeom prst="roundRect">
            <a:avLst>
              <a:gd name="adj" fmla="val 149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0372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level: FIFO sharing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03720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4281"/>
          </a:solidFill>
          <a:ln w="12700">
            <a:solidFill>
              <a:srgbClr val="1042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0372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61504" y="2171700"/>
            <a:ext cx="192024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662672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62672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0456" y="2171700"/>
            <a:ext cx="192024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21624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21624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979408" y="2171700"/>
            <a:ext cx="192024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180576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4281"/>
          </a:solidFill>
          <a:ln w="12700">
            <a:solidFill>
              <a:srgbClr val="10428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80576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738360" y="2171700"/>
            <a:ext cx="192024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939528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39528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497312" y="2171700"/>
            <a:ext cx="192024" cy="914"/>
          </a:xfrm>
          <a:prstGeom prst="line">
            <a:avLst/>
          </a:prstGeom>
          <a:noFill/>
          <a:ln w="25400">
            <a:solidFill>
              <a:srgbClr val="7A8194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698480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9848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037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= one full quantum of the level (160 ms in Q2)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03720" y="2971800"/>
            <a:ext cx="4572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MLFQ ≠ Round Robin: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round-robin-like sharing only among processes at the same level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× 400 ms jobs): all go Q0 → Q1 → Q2 and take turns A, B, C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(MLFQ) vs 123 (RR)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turnaround: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1081.1 ms (MLFQ) vs 1194.4 ms (RR)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2 — Three CPU-Bound Jobs: Timeline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ms of CPU each, arriving together; colour = queue level while running</a:t>
            </a:r>
            <a:endParaRPr lang="en-US" sz="1500" dirty="0"/>
          </a:p>
        </p:txBody>
      </p:sp>
      <p:pic>
        <p:nvPicPr>
          <p:cNvPr id="6" name="Image 0" descr="/home/user/xv6-mlfq-scheduler/docs/figures/exp2_multi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7589520" cy="34705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32520" y="146304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1600200"/>
            <a:ext cx="26517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MLFQ: slices of 40, 80, 160 ms in Q0, Q1, Q2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promotions: each job waits at most 320 ms (&lt; 500 ms threshold)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RR: 1-tick slices, jobs finish together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Finish-time spread: 240.0 ms (MLFQ) vs 11.6 ms (RR)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3 – I/O-Bound Job Wakeup Latency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from each wakeup until the I/O-bound job gets the CPU (100 wakeups)</a:t>
            </a:r>
            <a:endParaRPr lang="en-US" sz="1500" dirty="0"/>
          </a:p>
        </p:txBody>
      </p:sp>
      <p:pic>
        <p:nvPicPr>
          <p:cNvPr id="6" name="Image 0" descr="/home/user/xv6-mlfq-scheduler/docs/figures/exp3_io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35673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120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two 1000 ms CPU-bound jobs + I/O job (100 × 1 ms CPU + 1-tick sleep) + two 30 ms short jobs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69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8872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Wakeup latency (ms)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MLFQ 4/8/16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95th percentile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3337560"/>
          <a:ext cx="4069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8872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job (ms)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MLFQ 4/8/16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1079.7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1119.8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2080.8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589520" y="475488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0" y="47548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MLFQ gives the I/O-bound job much lower wakeup latency and faster response; it stays in Q0.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4 – Aging and Starvation Prevention</a:t>
            </a:r>
            <a:endParaRPr lang="en-US" sz="3000" dirty="0"/>
          </a:p>
        </p:txBody>
      </p:sp>
      <p:pic>
        <p:nvPicPr>
          <p:cNvPr id="5" name="Image 0" descr="/tmp/claude-0/-home-user-xv6-mlfq-scheduler/fe10ab76-ca96-5b26-a8f2-e49b7feb122c/scratchpad/docx/exp4_aging_d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309360" cy="30940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43400"/>
            <a:ext cx="63093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300 ms long job + a stream of 100 ms short jobs (two at a time, for 2 s)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jobs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finish within Q0/Q1, so Q0/Q1 are never empty; the long job is forced to wait in Q2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178040" y="1143000"/>
            <a:ext cx="2148840" cy="2331720"/>
          </a:xfrm>
          <a:prstGeom prst="roundRect">
            <a:avLst>
              <a:gd name="adj" fmla="val 3404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0" y="1234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OFF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645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1931.9 ms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wait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24871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2990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464040" y="1143000"/>
            <a:ext cx="2148840" cy="2331720"/>
          </a:xfrm>
          <a:prstGeom prst="roundRect">
            <a:avLst>
              <a:gd name="adj" fmla="val 340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0" y="1234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ON (50 ticks)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555480" y="1645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701.1 ms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55548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wait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55480" y="24871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555480" y="2990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611880"/>
          <a:ext cx="4480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143000"/>
                <a:gridCol w="1051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job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wait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 on (50)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178040" y="544068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60920" y="54406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promotes a long-waiting process and reduces prolonged waiting, preventing starvation.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MLFQ vs Original xv6 Round Robin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tree, same timer (10 ms) and same measurement code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92040"/>
                <a:gridCol w="38404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MLFQ (4/8/16 ticks)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xv6 RR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levels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(Q0, Q1, Q2)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behaviour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8 / 16 ticks; preempted only on expiry or by a higher level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tick; switches on every tick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CPU-bound processes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Demoted to Q2; few context switches (12 vs 123 dispatches, Exp. 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equally; switched every tick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I/O-bound response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wakeup latency 0.05 ms (Exp. 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wakeup latency 10.02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 after 50 ticks without running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by aging: longest wait 701.1 ms (Exp. 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wait 20.1 ms (no priorities)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Same-level scheduling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FIFO, one full level quantum per turn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Process-table order, 1 tick per turn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62356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universally better: MLFQ favours short and I/O-bound work; a long job competing with a stream of short jobs finishes later than under RR (2111.5 ms vs 854.3 ms, Exp. 4).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CPU Scheduling: Implementing MLFQ in xv6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Key Findings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MLFQ 4/8/16 vs original xv6 round robin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3.6×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048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 for short jobs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90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31.1 ms vs 112.8 ms; response 1.0 ms vs 19.6 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2×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048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I/O-bound turnaround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90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1119.8 ms vs 2080.8 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 ms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4048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I/O wakeup latency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990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10.02 ms under RR (100 wakeups)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365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for CPU-bound jobs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321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turnaround 2129 ms vs 2113 ms (+0.8 %)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7365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by aging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5321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wait 701.1 ms vs 1931.9 ms without aging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vs 123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47365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(3 CPU-bound jobs)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5321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tenfold fewer context switches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669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MLFQ with 3 levels (4/8/16 ticks) implemented in xv6-riscv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processes are gradually demoted Q0 → Q1 → Q2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and short jobs receive much better response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Higher-priority processes preempt lower-priority ones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(50 ticks) promotes long-waiting processes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statistics allow quantitative evaluation vs original RR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965960"/>
            <a:ext cx="45720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Per-level run queues for O(1) selection; per-CPU queues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global priority boost, compared with aging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setpriority() / nice system call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timed sleep (no wakeup of pause() on every tick)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/ stride scheduling on the same benchmarks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on real RISC-V hardware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Priority CPU Scheduling: Implementing MLFQ in xv6</dc:title>
  <dc:subject>PptxGenJS Presentation</dc:subject>
  <dc:creator>PptxGenJS</dc:creator>
  <cp:lastModifiedBy>PptxGenJS</cp:lastModifiedBy>
  <cp:revision>1</cp:revision>
  <dcterms:created xsi:type="dcterms:W3CDTF">2026-09-27T08:24:03Z</dcterms:created>
  <dcterms:modified xsi:type="dcterms:W3CDTF">2026-09-27T08:24:03Z</dcterms:modified>
</cp:coreProperties>
</file>